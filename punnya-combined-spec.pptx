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/>
          </p:nvPr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PUNNYA TASK MANAGEMENT SYSTEM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3246120"/>
            <a:ext cx="9235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telemetry, accountable deliverables, and built-in accessibility — combined into one build-ready spec.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619756" y="4434840"/>
            <a:ext cx="548640" cy="54864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5" name="Image 0" descr="/home/claude/work/deck_build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9484" y="454456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22476" y="50932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Telemetry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820156" y="4434840"/>
            <a:ext cx="548640" cy="54864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8" name="Image 1" descr="/home/claude/work/deck_build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884" y="4544568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722876" y="50932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Deliverables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9020556" y="4434840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1" name="Image 2" descr="/home/claude/work/deck_build/icons/acce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284" y="454456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923276" y="50932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Accessibility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SPECIFICATION  •  v1.0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SPECIFICATION</a:t>
            </a:r>
            <a:endParaRPr lang="en-US" sz="1200" dirty="0"/>
          </a:p>
        </p:txBody>
      </p:sp>
      <p:sp>
        <p:nvSpPr>
          <p:cNvPr id="3" name="Text 1"/>
          <p:cNvSpPr txBox="1"/>
          <p:nvPr>
            <p:ph type="title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System, Best of Both Drafts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kept from each draft — and why it earns its place.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57800" cy="4434840"/>
          </a:xfrm>
          <a:prstGeom prst="roundRect">
            <a:avLst>
              <a:gd name="adj" fmla="val 2474"/>
            </a:avLst>
          </a:prstGeom>
          <a:solidFill>
            <a:srgbClr val="16213A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7" name="Image 0" descr="/home/claude/work/deck_build/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203704"/>
            <a:ext cx="301752" cy="30175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21488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Backbone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14400" y="2916936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43000" y="2761488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telemetry —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fire only on window-focus change, keeping CPU load near 0% through a full shift.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4400" y="3968496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43000" y="3813048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Deliverable-linked completion —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can't be marked done without an attached file or link as proof of work.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14400" y="5020056"/>
            <a:ext cx="82296" cy="822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143000" y="4864608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timesheet export —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pull a CSV/Excel report for payroll without touching raw logs.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309360" y="1783080"/>
            <a:ext cx="5257800" cy="4434840"/>
          </a:xfrm>
          <a:prstGeom prst="roundRect">
            <a:avLst>
              <a:gd name="adj" fmla="val 2474"/>
            </a:avLst>
          </a:prstGeom>
          <a:solidFill>
            <a:srgbClr val="16213A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29400" y="2103120"/>
            <a:ext cx="502920" cy="50292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7" name="Image 1" descr="/home/claude/work/deck_build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2203704"/>
            <a:ext cx="301752" cy="30175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269480" y="21488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&amp; Oversight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675120" y="2916936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903720" y="2761488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screen-reader support —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control is Narrator/NVDA-labelled and reachable by keyboard alone.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675120" y="3758184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903720" y="3602736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workstation event feed —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see focus-change and lock events as they happen, not just a summary.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675120" y="4599432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903720" y="4443984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efficiency analytics —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surfaces an at-a-glance active-time percentage.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675120" y="5440680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903720" y="5285232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Tamper-lock offline buffer —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 SQLite cache can't be edited by the employee it belongs to.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>
            <p:ph type="title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Engine: Efficient by Design, Accountable by Default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4617720"/>
          </a:xfrm>
          <a:prstGeom prst="roundRect">
            <a:avLst>
              <a:gd name="adj" fmla="val 2376"/>
            </a:avLst>
          </a:prstGeom>
          <a:solidFill>
            <a:srgbClr val="16213A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6" name="Image 0" descr="/home/claude/work/deck_build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0939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78892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Event-Driven Telemetry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264408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Win32 </a:t>
            </a:r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SetWinEventHook</a:t>
            </a:r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listen for foreground window changes — not a polling timer.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32688" y="4187952"/>
            <a:ext cx="73152" cy="7315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43000" y="40233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only when the active window actually changes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32688" y="4754880"/>
            <a:ext cx="73152" cy="7315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43000" y="4590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load stays near 0% through a full 8-hour shift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32688" y="5321808"/>
            <a:ext cx="73152" cy="7315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143000" y="515721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app name, window title, and duration automatically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309360" y="1600200"/>
            <a:ext cx="5257800" cy="4617720"/>
          </a:xfrm>
          <a:prstGeom prst="roundRect">
            <a:avLst>
              <a:gd name="adj" fmla="val 2376"/>
            </a:avLst>
          </a:prstGeom>
          <a:solidFill>
            <a:srgbClr val="16213A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75120" y="1965960"/>
            <a:ext cx="640080" cy="64008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17" name="Image 1" descr="/home/claude/work/deck_build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36" y="2093976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675120" y="278892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Deliverable-Linked Completion</a:t>
            </a:r>
            <a:endParaRPr lang="en-US" sz="1900" dirty="0"/>
          </a:p>
        </p:txBody>
      </p:sp>
      <p:sp>
        <p:nvSpPr>
          <p:cNvPr id="19" name="Text 15"/>
          <p:cNvSpPr txBox="1"/>
          <p:nvPr/>
        </p:nvSpPr>
        <p:spPr>
          <a:xfrm>
            <a:off x="6675120" y="3264408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a task requires proof of output, not just a status click.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693408" y="4187952"/>
            <a:ext cx="73152" cy="7315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903720" y="40233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card includes a required file / URL attachment field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693408" y="4754880"/>
            <a:ext cx="73152" cy="7315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903720" y="4590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“Mark Completed” stays disabled until something is attached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693408" y="5321808"/>
            <a:ext cx="73152" cy="7315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903720" y="515721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sees the linked deliverable next to every closed task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CONCEPT</a:t>
            </a:r>
            <a:endParaRPr lang="en-US" sz="1200" dirty="0"/>
          </a:p>
        </p:txBody>
      </p:sp>
      <p:sp>
        <p:nvSpPr>
          <p:cNvPr id="3" name="Text 1"/>
          <p:cNvSpPr txBox="1"/>
          <p:nvPr>
            <p:ph type="title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Client — Wireframe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949440" cy="4892040"/>
          </a:xfrm>
          <a:prstGeom prst="roundRect">
            <a:avLst>
              <a:gd name="adj" fmla="val 2243"/>
            </a:avLst>
          </a:prstGeom>
          <a:solidFill>
            <a:srgbClr val="0E193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6949440" cy="457200"/>
          </a:xfrm>
          <a:prstGeom prst="roundRect">
            <a:avLst>
              <a:gd name="adj" fmla="val 24000"/>
            </a:avLst>
          </a:prstGeom>
          <a:solidFill>
            <a:srgbClr val="1E2A4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6949440" cy="228600"/>
          </a:xfrm>
          <a:prstGeom prst="rect">
            <a:avLst/>
          </a:prstGeom>
          <a:solidFill>
            <a:srgbClr val="1E2A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Punnya Task Desk — Employee Client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080760" y="1508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ONLINE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2148840"/>
            <a:ext cx="2880360" cy="1417320"/>
          </a:xfrm>
          <a:prstGeom prst="roundRect">
            <a:avLst>
              <a:gd name="adj" fmla="val 7742"/>
            </a:avLst>
          </a:prstGeom>
          <a:solidFill>
            <a:srgbClr val="16213A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41832" y="2258568"/>
            <a:ext cx="25511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MANAGEMENT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Clocked In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Today: 4h 22m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" y="3749040"/>
            <a:ext cx="2880360" cy="1691640"/>
          </a:xfrm>
          <a:prstGeom prst="roundRect">
            <a:avLst>
              <a:gd name="adj" fmla="val 6486"/>
            </a:avLst>
          </a:prstGeom>
          <a:solidFill>
            <a:srgbClr val="16213A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41832" y="3858768"/>
            <a:ext cx="255117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TELEMETRY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(event hook)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App: Premiere Pro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near-0% CPU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86200" y="2148840"/>
            <a:ext cx="3383280" cy="1261872"/>
          </a:xfrm>
          <a:prstGeom prst="roundRect">
            <a:avLst>
              <a:gd name="adj" fmla="val 8696"/>
            </a:avLst>
          </a:prstGeom>
          <a:solidFill>
            <a:srgbClr val="16213A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50792" y="2240280"/>
            <a:ext cx="305409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TASK-109 — Edit Diet Education Video
</a:t>
            </a:r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In Progress
</a:t>
            </a:r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required to close — not yet attached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86200" y="3511296"/>
            <a:ext cx="3383280" cy="1261872"/>
          </a:xfrm>
          <a:prstGeom prst="roundRect">
            <a:avLst>
              <a:gd name="adj" fmla="val 8696"/>
            </a:avLst>
          </a:prstGeom>
          <a:solidFill>
            <a:srgbClr val="16213A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50792" y="3602736"/>
            <a:ext cx="305409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TASK-110 — Draft Technical Support Guide
</a:t>
            </a:r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Awaiting Start
</a:t>
            </a:r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deliverable due yet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886200" y="4873752"/>
            <a:ext cx="3383280" cy="1261872"/>
          </a:xfrm>
          <a:prstGeom prst="roundRect">
            <a:avLst>
              <a:gd name="adj" fmla="val 8696"/>
            </a:avLst>
          </a:prstGeom>
          <a:solidFill>
            <a:srgbClr val="16213A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50792" y="4965192"/>
            <a:ext cx="305409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TASK-108 — Configure Backup Scripts
</a:t>
            </a:r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Completed
</a:t>
            </a:r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backup_config.zip attached ✓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863840" y="1746504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19872" y="160020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gate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can't be marked complete without an attached file or link — closes the accountability gap.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863840" y="3255264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19872" y="310896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core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fire only on window-focus change, keeping CPU near 0% all shift.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863840" y="4764024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119872" y="461772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keyboard &amp; screen-reader support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control is reachable via Tab and labelled for NVDA/Narrator.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CONCEPT</a:t>
            </a:r>
            <a:endParaRPr lang="en-US" sz="1200" dirty="0"/>
          </a:p>
        </p:txBody>
      </p:sp>
      <p:sp>
        <p:nvSpPr>
          <p:cNvPr id="3" name="Text 1"/>
          <p:cNvSpPr txBox="1"/>
          <p:nvPr>
            <p:ph type="title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Console — Wireframe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366760" cy="4983480"/>
          </a:xfrm>
          <a:prstGeom prst="roundRect">
            <a:avLst>
              <a:gd name="adj" fmla="val 2202"/>
            </a:avLst>
          </a:prstGeom>
          <a:solidFill>
            <a:srgbClr val="0E193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8366760" cy="457200"/>
          </a:xfrm>
          <a:prstGeom prst="roundRect">
            <a:avLst>
              <a:gd name="adj" fmla="val 24000"/>
            </a:avLst>
          </a:prstGeom>
          <a:solidFill>
            <a:srgbClr val="1E2A4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45920"/>
            <a:ext cx="8366760" cy="228600"/>
          </a:xfrm>
          <a:prstGeom prst="rect">
            <a:avLst/>
          </a:prstGeom>
          <a:solidFill>
            <a:srgbClr val="1E2A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417320"/>
            <a:ext cx="745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Punnya Task Dashboard — Admin Console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2039112"/>
            <a:ext cx="1771650" cy="868680"/>
          </a:xfrm>
          <a:prstGeom prst="roundRect">
            <a:avLst>
              <a:gd name="adj" fmla="val 12632"/>
            </a:avLst>
          </a:prstGeom>
          <a:solidFill>
            <a:srgbClr val="16213A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2130552"/>
            <a:ext cx="153390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STATIONS
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 Online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23210" y="2039112"/>
            <a:ext cx="1771650" cy="868680"/>
          </a:xfrm>
          <a:prstGeom prst="roundRect">
            <a:avLst>
              <a:gd name="adj" fmla="val 12632"/>
            </a:avLst>
          </a:prstGeom>
          <a:solidFill>
            <a:srgbClr val="16213A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42082" y="2130552"/>
            <a:ext cx="153390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IN PROGRESS
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69180" y="2039112"/>
            <a:ext cx="1771650" cy="868680"/>
          </a:xfrm>
          <a:prstGeom prst="roundRect">
            <a:avLst>
              <a:gd name="adj" fmla="val 12632"/>
            </a:avLst>
          </a:prstGeom>
          <a:solidFill>
            <a:srgbClr val="16213A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88052" y="2130552"/>
            <a:ext cx="153390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TEAM EFFICIENCY
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15150" y="2039112"/>
            <a:ext cx="1771650" cy="868680"/>
          </a:xfrm>
          <a:prstGeom prst="roundRect">
            <a:avLst>
              <a:gd name="adj" fmla="val 12632"/>
            </a:avLst>
          </a:prstGeom>
          <a:solidFill>
            <a:srgbClr val="16213A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34022" y="2130552"/>
            <a:ext cx="153390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LOGGED TODAY
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18.5h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090672"/>
          <a:ext cx="7909560" cy="1417320"/>
        </p:xfrm>
        <a:graphic>
          <a:graphicData uri="http://schemas.openxmlformats.org/drawingml/2006/table">
            <a:tbl>
              <a:tblPr/>
              <a:tblGrid>
                <a:gridCol w="1265530"/>
                <a:gridCol w="3163824"/>
                <a:gridCol w="2056486"/>
                <a:gridCol w="1423721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Station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Focused App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State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ST-101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TASK-109 Edit Video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Premiere Pro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D399"/>
                          </a:solidFill>
                        </a:rPr>
                        <a:t>ACTIVE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ST-102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TASK-110 Tech Guide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VS Code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D399"/>
                          </a:solidFill>
                        </a:rPr>
                        <a:t>ACTIVE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ST-103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None (awaiting dispatch)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</a:rPr>
                        <a:t>IDLE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ST-104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TASK-104 Audio Edit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Audacity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</a:rPr>
                        <a:t>OFFLINE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77240" y="4690872"/>
            <a:ext cx="7909560" cy="1481328"/>
          </a:xfrm>
          <a:prstGeom prst="roundRect">
            <a:avLst>
              <a:gd name="adj" fmla="val 7407"/>
            </a:avLst>
          </a:prstGeom>
          <a:solidFill>
            <a:srgbClr val="16213A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60120" y="47823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 FEED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960120" y="5074920"/>
            <a:ext cx="7543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15:12:04  ST-101  focus changed → Premiere Pro (TASK-109)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15:10:55  ST-104  session locked (idle &gt; 10 min)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15:09:12  ST-102  focus changed → VS Code (TASK-110)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9281160" y="1417320"/>
            <a:ext cx="2359152" cy="1737360"/>
          </a:xfrm>
          <a:prstGeom prst="roundRect">
            <a:avLst>
              <a:gd name="adj" fmla="val 6316"/>
            </a:avLst>
          </a:prstGeom>
          <a:solidFill>
            <a:srgbClr val="16213A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464040" y="155448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NEW TASK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464040" y="1874520"/>
            <a:ext cx="1993392" cy="365760"/>
          </a:xfrm>
          <a:prstGeom prst="roundRect">
            <a:avLst>
              <a:gd name="adj" fmla="val 30000"/>
            </a:avLst>
          </a:prstGeom>
          <a:solidFill>
            <a:srgbClr val="1E2A47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573768" y="18745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title…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464040" y="2331720"/>
            <a:ext cx="1993392" cy="365760"/>
          </a:xfrm>
          <a:prstGeom prst="roundRect">
            <a:avLst>
              <a:gd name="adj" fmla="val 30000"/>
            </a:avLst>
          </a:prstGeom>
          <a:solidFill>
            <a:srgbClr val="1E2A47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573768" y="23317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to: ST-103…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464040" y="2770632"/>
            <a:ext cx="1993392" cy="292608"/>
          </a:xfrm>
          <a:prstGeom prst="roundRect">
            <a:avLst>
              <a:gd name="adj" fmla="val 18750"/>
            </a:avLst>
          </a:prstGeom>
          <a:solidFill>
            <a:srgbClr val="38BDF8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464040" y="277063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9281160" y="3438144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537192" y="329184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oversight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event feed shows focus and lock changes as they happen.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9281160" y="4718304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9537192" y="457200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at a glance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active-time percentage is computed automatically.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9281160" y="6016752"/>
            <a:ext cx="2359152" cy="384048"/>
          </a:xfrm>
          <a:prstGeom prst="roundRect">
            <a:avLst>
              <a:gd name="adj" fmla="val 14286"/>
            </a:avLst>
          </a:prstGeom>
          <a:solidFill>
            <a:srgbClr val="34D39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9281160" y="6016752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TIMESHEET (CSV)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FOUNDATION</a:t>
            </a:r>
            <a:endParaRPr lang="en-US" sz="1200" dirty="0"/>
          </a:p>
        </p:txBody>
      </p:sp>
      <p:sp>
        <p:nvSpPr>
          <p:cNvPr id="3" name="Text 1"/>
          <p:cNvSpPr txBox="1"/>
          <p:nvPr>
            <p:ph type="title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Three Pillars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645920"/>
            <a:ext cx="3611880" cy="4617720"/>
          </a:xfrm>
          <a:prstGeom prst="roundRect">
            <a:avLst>
              <a:gd name="adj" fmla="val 3038"/>
            </a:avLst>
          </a:prstGeom>
          <a:solidFill>
            <a:srgbClr val="16213A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96796" y="2011680"/>
            <a:ext cx="731520" cy="73152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6" name="Image 0" descr="/home/claude/work/deck_build/icons/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0" y="21579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5216" y="29718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Windows Client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30936" y="3776472"/>
            <a:ext cx="73152" cy="7315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3816" y="359359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event-driven Win32 hooks (SetWinEventHook)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" y="4645152"/>
            <a:ext cx="73152" cy="7315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13816" y="446227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only on window-focus change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0936" y="5513832"/>
            <a:ext cx="73152" cy="7315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13816" y="533095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load stays near 0% even during long shifts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88536" y="1645920"/>
            <a:ext cx="3611880" cy="4617720"/>
          </a:xfrm>
          <a:prstGeom prst="roundRect">
            <a:avLst>
              <a:gd name="adj" fmla="val 3038"/>
            </a:avLst>
          </a:prstGeom>
          <a:solidFill>
            <a:srgbClr val="16213A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28716" y="2011680"/>
            <a:ext cx="731520" cy="73152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6" name="Image 1" descr="/home/claude/work/deck_build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020" y="2157984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517136" y="29718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Offline Buffer</a:t>
            </a:r>
            <a:endParaRPr lang="en-US" sz="1650" dirty="0"/>
          </a:p>
        </p:txBody>
      </p:sp>
      <p:sp>
        <p:nvSpPr>
          <p:cNvPr id="18" name="Shape 14"/>
          <p:cNvSpPr/>
          <p:nvPr/>
        </p:nvSpPr>
        <p:spPr>
          <a:xfrm>
            <a:off x="4562856" y="3776472"/>
            <a:ext cx="73152" cy="7315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745736" y="359359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SQLite cache keeps logging through connectivity drops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562856" y="4645152"/>
            <a:ext cx="73152" cy="7315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745736" y="446227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Tamper-lock encryption blocks employee-side edits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562856" y="5513832"/>
            <a:ext cx="73152" cy="7315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745736" y="533095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Auto-syncs the moment the connection returns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8220456" y="1645920"/>
            <a:ext cx="3611880" cy="4617720"/>
          </a:xfrm>
          <a:prstGeom prst="roundRect">
            <a:avLst>
              <a:gd name="adj" fmla="val 3038"/>
            </a:avLst>
          </a:prstGeom>
          <a:solidFill>
            <a:srgbClr val="16213A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660636" y="2011680"/>
            <a:ext cx="731520" cy="73152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26" name="Image 2" descr="/home/claude/work/deck_build/icons/acce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6940" y="2157984"/>
            <a:ext cx="438912" cy="43891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449056" y="29718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Assistive Design System</a:t>
            </a:r>
            <a:endParaRPr lang="en-US" sz="1650" dirty="0"/>
          </a:p>
        </p:txBody>
      </p:sp>
      <p:sp>
        <p:nvSpPr>
          <p:cNvPr id="28" name="Shape 23"/>
          <p:cNvSpPr/>
          <p:nvPr/>
        </p:nvSpPr>
        <p:spPr>
          <a:xfrm>
            <a:off x="8494776" y="3776472"/>
            <a:ext cx="73152" cy="7315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677656" y="359359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Narrator/NVDA support via UI Automation tags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8494776" y="4645152"/>
            <a:ext cx="73152" cy="7315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677656" y="446227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contrast on every screen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8494776" y="5513832"/>
            <a:ext cx="73152" cy="7315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677656" y="533095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keyboard tab-order — no mouse required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2026-09-05T10:06:06Z</dcterms:created>
  <dcterms:modified xsi:type="dcterms:W3CDTF">2026-09-05T10:06:06Z</dcterms:modified>
</cp:coreProperties>
</file>